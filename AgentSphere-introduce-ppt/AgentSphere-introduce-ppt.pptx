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 30 秒：我是 AgentSphere 平台的作者。它把 Agent 能力做成 AaaS（Agent as a Service），让 bole 这类业务系统用很低的成本接入智力，形成感知、规划、执行、反馈的完整闭环。今天用 10 分钟讲清楚四件事：它是什么、服务谁、怎么组成、怎么跑稳，最后讲数据怎么管。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这一页讲定位与总体架构。画成带三角坡屋顶的房子：顶部三角形屋顶，下面 SaaS 是 bole 业务系统，中间亮蓝色 AaaS 是核心层（模型路由/运行时/Skill Hub/会话记忆四格），PaaS 层是 K8s+Rancher+PG+Redis，最底部 IaaS 是阿里云 ECS 地基。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这一页讲纵向五层能力栈：从下往上是模型供应商层 ai-api、capability 能力层、agent 层、task 层，最顶层 artifact 落库。重点讲模型供应商层：OpenAI、DeepSeek、智谱、中转站、OrcaRouter 多厂商通过 SPI 插拔兼容接入；主路由失败自动走 fallback 链降级；connect、read、stream 三重超时兜底；token 用量和供应商操作全量审计。横向是三通道接入：Widget 内嵌业务页、能力开放 API 直连、主站管理台。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这一页讲应用怎么落地。后端是一个 Maven 工程，但按 domain 拆成十多个模块：业务 domain 六个——model 模型路由、capability 能力、instance 实例、completions 补全、tasks 任务编排、runtime ReAct 内核，彼此只通过 SPI 接口耦合，单个 domain 可以独立测试、独立替换。下面是支撑 domain：sso 身份、resource-template 资源模板、infrastructure 基础设施；再往下 bootstrap 装配、admin 管理 API、common 和 util。前端四种载体：主站 React 19、内嵌 Widget、Chrome MV3 扩展、管理后台，同一套后端 API 覆盖所有接入场景。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这一页是最底层的技术：阿里云 ECS 提供计算资源，ACR 做镜像库。部署走 GitOps——GitHub Actions 构建后端、前端、Widget 镜像推到 ACR，改写 k8s manifest 提交到 main，Fleet 在 k3s 上自动应用实现滚动更新。manifest 定义了从 namespace 到 ingress、再到五个服务的完整资源拓扑。这里体现的是对云原生部署链路的真实落地经验。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这一页是面试里最容易被追问的部分：多副本为什么不会乱。三点：一是 Redis 事件总线做跨副本消息同步，SSE 有回放，断线能补；二是实例执行靠 owner 租约，失联会被孤儿清扫回收，不会两个副本同时执行同一任务；三是取消信号做到 session 级，跨副本生效。后端 replicas 设为 2，前端和 Widget 各自独立部署，ingress 统一入口。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这一页讲运行内核的解耦设计：左边 Orchestrator 编排器是有状态的，负责会话状态机、DB 持久化、调度重试、Skill 版本管理、多副本协调；右边 Kernel 运行内核是无状态的，不存会话、不写库、只做推理和工具调用，靠虚拟线程并发、事件驱动和编排器通信。内核挂了不影响业务，因为状态在编排器，随时拉新副本。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这一页是数据全景：35 张 Postgres 表按五个业务域聚类，不需要展开字段。左上身份与权限域——用户、认证源、SSO 身份和 RBAC 五张系统表；中央对话运行域是核心，十三种表围绕 ReAct 循环——completions、session、run、timeline、工具调用记录、记忆、压缩、澄清、待办，主链路是 session 到 run 再到 timeline 和 task；右上模型供应商域——provider、route、api_key、prompt；左下能力域——instance、instance_capability 和 MCP、Skill、CLI；右下产物与系统域——task、task_artifact、document、file_store，外加 system_config 和 audit_log。隔离靠拦截器自动加 created_by，Redis 分四个域。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这一页是演示引导页。演示时依次打开三处：Rancher 控制台查看 K8s 集群、多副本 Pod 与 Ingress 拓扑；AgentSphere 主站展示多 Agent 卡片聚合与四步闭环；bole 业务页展示 Widget 嵌入即用与 SSO 免登录。时间紧可以整页跳过，不影响主线。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 30 秒：我是 AgentSphere 平台的作者。它把 Agent 能力做成 AaaS（Agent as a Service），让 bole 这类业务系统用很低的成本接入智力，形成感知、规划、执行、反馈的完整闭环。今天用 10 分钟讲清楚四件事：它是什么、服务谁、怎么组成、怎么跑稳，最后讲数据怎么管。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0.xml" Type="http://schemas.openxmlformats.org/officeDocument/2006/relationships/notesSlid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343900" y="24765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358900" y="2870200"/>
            <a:ext cx="6604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AgentSphere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01 · POSITIONING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02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定位与总体架构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4160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409700"/>
            <a:ext cx="76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定位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6383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业务系统无需自建模型编排与执行链路：平台提供模型路由、运行时与生命周期管理，上层 SaaS 业务通过标准通道接入即用。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146300"/>
            <a:ext cx="9144000" cy="622300"/>
          </a:xfrm>
          <a:prstGeom prst="triangle">
            <a:avLst/>
          </a:prstGeom>
          <a:solidFill>
            <a:srgbClr val="94A3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895600"/>
            <a:ext cx="9144000" cy="482012"/>
          </a:xfrm>
          <a:prstGeom prst="roundRect">
            <a:avLst>
              <a:gd name="adj" fmla="val 10539"/>
            </a:avLst>
          </a:prstGeom>
          <a:solidFill>
            <a:srgbClr val="DBE7F8">
              <a:alpha val="100000"/>
            </a:srgbClr>
          </a:solidFill>
          <a:ln w="12700" cmpd="sng" cap="flat">
            <a:solidFill>
              <a:srgbClr val="B4C4D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67000" y="2959100"/>
            <a:ext cx="673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SaaS · 业务系统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被赋能方，直接消费 Agent 能力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3454400"/>
            <a:ext cx="9144000" cy="1364544"/>
          </a:xfrm>
          <a:prstGeom prst="roundRect">
            <a:avLst>
              <a:gd name="adj" fmla="val 3722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2000" y="3528819"/>
            <a:ext cx="8636000" cy="35738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AaaS · AgentSphere（核心）—— 输出 Agent 能力与感知→规划→执行→反馈闭环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778000" y="3886200"/>
            <a:ext cx="1968500" cy="821653"/>
          </a:xfrm>
          <a:prstGeom prst="roundRect">
            <a:avLst>
              <a:gd name="adj" fmla="val 4636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73500" y="3886200"/>
            <a:ext cx="1968500" cy="821653"/>
          </a:xfrm>
          <a:prstGeom prst="roundRect">
            <a:avLst>
              <a:gd name="adj" fmla="val 4636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69000" y="3886200"/>
            <a:ext cx="1968500" cy="821653"/>
          </a:xfrm>
          <a:prstGeom prst="roundRect">
            <a:avLst>
              <a:gd name="adj" fmla="val 4636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64500" y="3886200"/>
            <a:ext cx="1968500" cy="821653"/>
          </a:xfrm>
          <a:prstGeom prst="roundRect">
            <a:avLst>
              <a:gd name="adj" fmla="val 4636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78000" y="4005506"/>
            <a:ext cx="1968500" cy="61729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模型路由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多供应商·fallback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73500" y="3988380"/>
            <a:ext cx="1968500" cy="61729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虚拟线程·SSE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969000" y="3988380"/>
            <a:ext cx="1968500" cy="61729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Hub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技能市场·版本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64500" y="4028403"/>
            <a:ext cx="1968500" cy="61729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会话记忆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多层·写时压缩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524000" y="4940300"/>
            <a:ext cx="9144000" cy="762000"/>
          </a:xfrm>
          <a:prstGeom prst="roundRect">
            <a:avLst>
              <a:gd name="adj" fmla="val 6666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78000" y="5016500"/>
            <a:ext cx="863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PaaS · K8s + Rancher —— 编排、多副本与灰度承载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778000" y="53213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K8s 编排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873500" y="53213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Rancher 控制台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969000" y="53213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64500" y="53213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524000" y="5829300"/>
            <a:ext cx="9144000" cy="508000"/>
          </a:xfrm>
          <a:prstGeom prst="roundRect">
            <a:avLst>
              <a:gd name="adj" fmla="val 10000"/>
            </a:avLst>
          </a:prstGeom>
          <a:solidFill>
            <a:srgbClr val="BECDE4">
              <a:alpha val="100000"/>
            </a:srgbClr>
          </a:solidFill>
          <a:ln w="12700" cmpd="sng" cap="flat">
            <a:solidFill>
              <a:srgbClr val="A0B2C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752600" y="5899856"/>
            <a:ext cx="8686800" cy="33866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IaaS · 阿里云 ECS + ACR</a:t>
            </a:r>
            <a:r>
              <a:rPr lang="en-US" b="fals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计算资源与镜像仓库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4092" flipH="false" flipV="false">
            <a:off x="762004" y="64452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2146300"/>
            <a:ext cx="76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10100" y="2400300"/>
            <a:ext cx="297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agent- sphere haness 支撑体系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02 · BUSINESS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03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业务架构：五层能力栈，三通道开放接入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416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272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17653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artifact 产物层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78200" y="17653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task_artifact · 文件 / 截图 / 文档 .etc.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159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21971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task 任务层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78200" y="21971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task - api· 任务回调 URL ( chatbox-session + task-record 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590800"/>
            <a:ext cx="10668000" cy="685800"/>
          </a:xfrm>
          <a:prstGeom prst="roundRect">
            <a:avLst>
              <a:gd name="adj" fmla="val 11111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26289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78200" y="2628900"/>
            <a:ext cx="7874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instance 实例 (model-provider + prompt + capability ) ·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completions (model-provider + prompt + version + log ) ·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chatbox 对话 (instance + loop + seesion + memory)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302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5200" y="33401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capability 能力层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378200" y="33401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MCP · Skill · Builtin-Tool(SPI)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733800"/>
            <a:ext cx="10668000" cy="7366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" y="3835400"/>
            <a:ext cx="2413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模型供应商层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ai-api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05200" y="3835400"/>
            <a:ext cx="7823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多厂商兼容：OpenAI / DeepSeek / 智谱 / 中转站 / OrcaRouter，SPI 插拔接入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05200" y="4165600"/>
            <a:ext cx="7823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主路由 + fallback 链自动降级 · connect/read/stream 三重超时 · token 用量计量与操作审计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092" flipH="false" flipV="false">
            <a:off x="762004" y="4743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62000" y="48768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接入三通道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2578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SSO + Widget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业务页内嵌对话，OIDC 免登录</a:t>
            </a:r>
          </a:p>
        </p:txBody>
      </p:sp>
      <p:cxnSp>
        <p:nvCxnSpPr>
          <p:cNvPr name="Connector 25" id="25"/>
          <p:cNvCxnSpPr/>
          <p:nvPr/>
        </p:nvCxnSpPr>
        <p:spPr>
          <a:xfrm rot="5321882" flipH="false" flipV="false">
            <a:off x="4038600" y="5530922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4572000" y="52578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能力开放 API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code + subject + businessType 直连</a:t>
            </a:r>
          </a:p>
        </p:txBody>
      </p:sp>
      <p:cxnSp>
        <p:nvCxnSpPr>
          <p:cNvPr name="Connector 27" id="27"/>
          <p:cNvCxnSpPr/>
          <p:nvPr/>
        </p:nvCxnSpPr>
        <p:spPr>
          <a:xfrm rot="5321882" flipH="false" flipV="false">
            <a:off x="7848600" y="5530922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382000" y="52578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主站管理台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实例 / 技能 / 权限 / 审计入口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60198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每用户私有资源副本：实例 / 技能 / 记忆按 created_by 行级隔离，互不串扰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04 · APPLICATION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04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应用架构：后端多 domain 解耦，四种前端载体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854200"/>
            <a:ext cx="44323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工程按 domain 拆模块，domain 间仅经 SPI 接口调用；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47800"/>
            <a:ext cx="330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后端 domain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606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2362200"/>
            <a:ext cx="4927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 domain · 各自独立分包，可独立测试替换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27432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7940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路由/fallback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67000" y="27432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43200" y="27940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capability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mcp/skill/tool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68800" y="27432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27940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instance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 实例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34036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34544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completions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补全/对话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67000" y="34036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743200" y="34544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tasks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DAG 编排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68800" y="3403600"/>
            <a:ext cx="16002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454400"/>
            <a:ext cx="1498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runtime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10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ReAct 内核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318000"/>
            <a:ext cx="5334000" cy="8382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5200" y="4419600"/>
            <a:ext cx="4927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支撑 domain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" y="4724400"/>
            <a:ext cx="5130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sso 身份认证 · resource-template 资源模板 · infra 基础设施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257800"/>
            <a:ext cx="5334000" cy="7112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" y="5359400"/>
            <a:ext cx="4927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装配与公共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5200" y="5638800"/>
            <a:ext cx="5130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bootstrap 启动装配 · admin 管理 API · common · util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29400" y="14732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前端四载体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330200" cy="330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061200" y="22352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主站 · React 19 / UmiJS Max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061200" y="2616200"/>
            <a:ext cx="436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管理、会话、多 Agent 卡片聚合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3200400"/>
            <a:ext cx="330200" cy="3302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7061200" y="31496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内嵌 Widget · IIFE + shadow DOM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061200" y="3530600"/>
            <a:ext cx="436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嵌入业务页的对话组件，样式与宿主隔离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4114800"/>
            <a:ext cx="330200" cy="3302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7061200" y="40640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Chrome MV3 扩展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061200" y="4445000"/>
            <a:ext cx="436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浏览器自动化桥，CDP 截图与点击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5029200"/>
            <a:ext cx="330200" cy="3302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7061200" y="49784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管理后台 · admin API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061200" y="5359400"/>
            <a:ext cx="436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账户、技能、实例与权限的统一管理</a:t>
            </a:r>
            <a:endParaRPr lang="en-US" sz="1100"/>
          </a:p>
        </p:txBody>
      </p:sp>
      <p:cxnSp>
        <p:nvCxnSpPr>
          <p:cNvPr name="Connector 40" id="40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1" id="41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05 · IAAS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05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 · IaaS：阿里云 ECS + ACR 镜像库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478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镜像入 ACR，服务上 ECS；manifest 定义从 namespace 到 widget 的完整资源拓扑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2921000" cy="1397000"/>
          </a:xfrm>
          <a:prstGeom prst="roundRect">
            <a:avLst>
              <a:gd name="adj" fmla="val 5454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90600" y="21082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990600" y="2565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ACR 镜像库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9718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 / frontend / widget 镜像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0446" flipH="false" flipV="false">
            <a:off x="3784684" y="2597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368800" y="1905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97400" y="21082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97400" y="25654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阿里云 ECS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97400" y="29718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k3s 集群承载全部工作负载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708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manifest 资源拓扑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2032000" cy="609600"/>
          </a:xfrm>
          <a:prstGeom prst="roundRect">
            <a:avLst>
              <a:gd name="adj" fmla="val 8333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" y="4368800"/>
            <a:ext cx="172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Namespace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243846" flipH="false" flipV="false">
            <a:off x="1638300" y="4984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36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ingress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7500" flipH="false" flipV="false">
            <a:off x="2311795" y="55054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24384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400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backend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1148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2164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frontend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912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8928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676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5692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postgres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144000" y="5207000"/>
            <a:ext cx="1498600" cy="609600"/>
          </a:xfrm>
          <a:prstGeom prst="roundRect">
            <a:avLst>
              <a:gd name="adj" fmla="val 8333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245600" y="5384800"/>
            <a:ext cx="1295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redis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60706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ingress 统一入口，路由到 backend / frontend / widget / postgres / redis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05 · PAAS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06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 · PaaS：K8s + Rancher，多副本横向扩缩容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478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核心服务双副本，靠事件总线与租约保证一致性，不是靠运气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1651000" cy="533400"/>
          </a:xfrm>
          <a:prstGeom prst="roundRect">
            <a:avLst>
              <a:gd name="adj" fmla="val 9523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032000"/>
            <a:ext cx="1447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ingress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185419" flipH="false" flipV="false">
            <a:off x="1485900" y="2584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743200"/>
            <a:ext cx="1651000" cy="584200"/>
          </a:xfrm>
          <a:prstGeom prst="roundRect">
            <a:avLst>
              <a:gd name="adj" fmla="val 8695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63600" y="2870200"/>
            <a:ext cx="1447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backend ×2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67000" y="2743200"/>
            <a:ext cx="1651000" cy="584200"/>
          </a:xfrm>
          <a:prstGeom prst="roundRect">
            <a:avLst>
              <a:gd name="adj" fmla="val 8695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68600" y="2870200"/>
            <a:ext cx="1447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frontend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743200"/>
            <a:ext cx="1651000" cy="584200"/>
          </a:xfrm>
          <a:prstGeom prst="roundRect">
            <a:avLst>
              <a:gd name="adj" fmla="val 8695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73600" y="2870200"/>
            <a:ext cx="1447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243846" flipH="false" flipV="false">
            <a:off x="1447800" y="35116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name="Connector 16" id="16"/>
          <p:cNvCxnSpPr/>
          <p:nvPr/>
        </p:nvCxnSpPr>
        <p:spPr>
          <a:xfrm rot="5243846" flipH="false" flipV="false">
            <a:off x="3352800" y="35116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name="Connector 17" id="17"/>
          <p:cNvCxnSpPr/>
          <p:nvPr/>
        </p:nvCxnSpPr>
        <p:spPr>
          <a:xfrm rot="5243846" flipH="false" flipV="false">
            <a:off x="5257800" y="35116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" y="3708400"/>
            <a:ext cx="2286000" cy="533400"/>
          </a:xfrm>
          <a:prstGeom prst="roundRect">
            <a:avLst>
              <a:gd name="adj" fmla="val 9523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" y="3835400"/>
            <a:ext cx="1981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postgres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02000" y="3708400"/>
            <a:ext cx="2286000" cy="533400"/>
          </a:xfrm>
          <a:prstGeom prst="roundRect">
            <a:avLst>
              <a:gd name="adj" fmla="val 9523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54400" y="3835400"/>
            <a:ext cx="1981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redis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521200"/>
            <a:ext cx="546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k8s 服务拓扑：backend / frontend / widget 独立部署，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ingress 统一入口；postgres 与 redis 提供持久化与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事件基础能力。后端 replicas=2，其余按需伸缩。</a:t>
            </a:r>
          </a:p>
        </p:txBody>
      </p:sp>
      <p:cxnSp>
        <p:nvCxnSpPr>
          <p:cNvPr name="Connector 23" id="23"/>
          <p:cNvCxnSpPr/>
          <p:nvPr/>
        </p:nvCxnSpPr>
        <p:spPr>
          <a:xfrm rot="5390177" flipH="false" flipV="false">
            <a:off x="40640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350000" y="17780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多副本为什么安全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2286000"/>
            <a:ext cx="76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264400" y="22352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Redis 事件总线 + SSE 回放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64400" y="2641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跨副本消息同步；SSE 断线可回放补发，事件不丢。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3454400"/>
            <a:ext cx="76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64400" y="34036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owner 租约 + 孤儿清扫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264400" y="3810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执行有唯一 owner，实例失联租约过期，孤儿被清扫，双跑。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4622800"/>
            <a:ext cx="76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264400" y="4572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session 级取消跨副本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264400" y="4978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取消信号穿透到所有副本，按 session 收敛执行，避免重复动作。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05 · RUNTIME KERNEL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07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运行内核：Orchestrator 与 Kernel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478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事件驱动：编排器管状态与持久化，内核只做无状态并发执行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81200"/>
            <a:ext cx="4699000" cy="3937000"/>
          </a:xfrm>
          <a:prstGeom prst="roundRect">
            <a:avLst>
              <a:gd name="adj" fmla="val 1935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844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 · 编排器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5654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有状态 · 持久化 · 负责任务全生命周期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97200"/>
            <a:ext cx="41910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0734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会话与任务状态机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05200"/>
            <a:ext cx="41910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35814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DB 持久化（PostgreSQL / Flyway）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013200"/>
            <a:ext cx="41910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40894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调度、重试与 owner 租约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521200"/>
            <a:ext cx="41910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43000" y="45974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Skill 版本与安装管理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029200"/>
            <a:ext cx="41910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43000" y="51054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多副本协调（Redisson 事件总线）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588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状态在这里，重启可恢复，可水平扩副本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2969" flipH="false" flipV="false">
            <a:off x="5461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name="Connector 21" id="21"/>
          <p:cNvCxnSpPr/>
          <p:nvPr/>
        </p:nvCxnSpPr>
        <p:spPr>
          <a:xfrm rot="10757030" flipH="false" flipV="false">
            <a:off x="5460960" y="431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5588000" y="40386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1981200"/>
            <a:ext cx="4699000" cy="3937000"/>
          </a:xfrm>
          <a:prstGeom prst="roundRect">
            <a:avLst>
              <a:gd name="adj" fmla="val 1935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85000" y="21844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Kernel · 运行内核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985000" y="25654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 · 无持久化 · 事件驱动 · 轻量高效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85000" y="2997200"/>
            <a:ext cx="1968500" cy="660400"/>
          </a:xfrm>
          <a:prstGeom prst="roundRect">
            <a:avLst>
              <a:gd name="adj" fmla="val 7692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0" y="2997200"/>
            <a:ext cx="1968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不存会话，重启即丢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207500" y="2997200"/>
            <a:ext cx="1968500" cy="660400"/>
          </a:xfrm>
          <a:prstGeom prst="roundRect">
            <a:avLst>
              <a:gd name="adj" fmla="val 7692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207500" y="2997200"/>
            <a:ext cx="1968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并发执行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 21 虚拟线程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985000" y="3784600"/>
            <a:ext cx="1968500" cy="660400"/>
          </a:xfrm>
          <a:prstGeom prst="roundRect">
            <a:avLst>
              <a:gd name="adj" fmla="val 7692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985000" y="3784600"/>
            <a:ext cx="1968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无持久化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不写 DB，结果回传编排器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207500" y="3784600"/>
            <a:ext cx="1968500" cy="660400"/>
          </a:xfrm>
          <a:prstGeom prst="roundRect">
            <a:avLst>
              <a:gd name="adj" fmla="val 7692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207500" y="3784600"/>
            <a:ext cx="1968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消费事件，发结果事件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985000" y="4572000"/>
            <a:ext cx="4191000" cy="660400"/>
          </a:xfrm>
          <a:prstGeom prst="roundRect">
            <a:avLst>
              <a:gd name="adj" fmla="val 7692"/>
            </a:avLst>
          </a:prstGeom>
          <a:solidFill>
            <a:srgbClr val="1D4ED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112000" y="46736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轻量高效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只做推理 + 工具调用，CPU/内存占用低，可随意扩缩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985000" y="5461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挂了不影响业务——状态在编排器，内核随时拉新副本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4092" flipH="false" flipV="false">
            <a:off x="762004" y="6445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06 · DATA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08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数据架构：PG 全量表 ER，分域簇承载业务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478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35 张表按 5 个业务域聚类，仅示表名；Flyway V1→V70 版本化演进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54200"/>
            <a:ext cx="2794000" cy="1905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39800" y="1955800"/>
            <a:ext cx="248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身份与权限域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39800" y="2260600"/>
            <a:ext cx="2489200" cy="149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agent_user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agent_identity_provider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agent_sso_identity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sys_role / sys_user_role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sys_permission / sys_role_permission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1854200"/>
            <a:ext cx="4572000" cy="29718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87800" y="19558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对话运行域 · ReAct 内核（核心）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87800" y="2286000"/>
            <a:ext cx="2095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agent_completions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agent_completions_call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agent_session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agent_run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agent_sub_agent_run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agent_timeline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agent_tool_call_record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286000"/>
            <a:ext cx="2095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agent_llm_interaction_record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agent_memory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agent_compact_record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agent_pending_clarification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agent_session_todo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agent_user_in_loop_record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87800" y="42672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主链路：session → run → timeline / task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36000" y="1854200"/>
            <a:ext cx="2794000" cy="1651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13800" y="1955800"/>
            <a:ext cx="248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模型供应商域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13800" y="2286000"/>
            <a:ext cx="24892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agent_model_provider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agent_model_route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agent_api_key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agent_completions_prompt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13200"/>
            <a:ext cx="2794000" cy="2032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" y="4114800"/>
            <a:ext cx="248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9800" y="4419600"/>
            <a:ext cx="2489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agent_instance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agent_instance_capability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capability_mcp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capability_skill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capability_cli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36000" y="3708400"/>
            <a:ext cx="2794000" cy="1905000"/>
          </a:xfrm>
          <a:prstGeom prst="roundRect">
            <a:avLst>
              <a:gd name="adj" fmla="val 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13800" y="3810000"/>
            <a:ext cx="248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产物与系统域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13800" y="4114800"/>
            <a:ext cx="24892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agent_task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agent_task_artifact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agent_document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agent_file_store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agent_system_config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sys_audit_log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0706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行级隔离：DataPermissionInterceptor 自动注入 created_by = 当前用户，Skill Hub 显式放开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5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Redis 分域：token 缓存 / 取消集合 / 事件总线 / SSE 缓存</a:t>
            </a:r>
          </a:p>
        </p:txBody>
      </p:sp>
      <p:cxnSp>
        <p:nvCxnSpPr>
          <p:cNvPr name="Connector 24" id="24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06 · DEMO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09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在线演示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175000" cy="3429000"/>
          </a:xfrm>
          <a:prstGeom prst="roundRect">
            <a:avLst>
              <a:gd name="adj" fmla="val 240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622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29464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Rancher · 集群控制台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3782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查看 K8s 集群、多副本 Pod、Ingress 路由与部署拓扑，演示 PaaS 层编排。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49276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4902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https://rancher.buukle.top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2032000"/>
            <a:ext cx="3175000" cy="3429000"/>
          </a:xfrm>
          <a:prstGeom prst="roundRect">
            <a:avLst>
              <a:gd name="adj" fmla="val 240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13300" y="23622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813300" y="29464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AgentSphere · 主站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13300" y="33782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会话页多 Agent 卡片聚合，感知→规划→执行→反馈全程可见，Skill Hub 演示技能安装。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13300" y="49276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143500" y="4902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http://as.buukle.top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2032000"/>
            <a:ext cx="3175000" cy="3429000"/>
          </a:xfrm>
          <a:prstGeom prst="roundRect">
            <a:avLst>
              <a:gd name="adj" fmla="val 2400"/>
            </a:avLst>
          </a:prstGeom>
          <a:solidFill>
            <a:srgbClr val="F7FAFE">
              <a:alpha val="100000"/>
            </a:srgbClr>
          </a:solidFill>
          <a:ln w="12700" cmpd="sng" cap="flat">
            <a:solidFill>
              <a:srgbClr val="C9D6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59800" y="23622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559800" y="29464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bole · 业务系统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559800" y="33782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业务页内嵌 Widget 对话，SSO 免登录，演示简历解析与智能寻访。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559800" y="49276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890000" y="4902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http://bole.buukle.top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983102" y="5638800"/>
            <a:ext cx="4327397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1456F0"/>
                </a:solidFill>
                <a:latin typeface="Roboto Mono"/>
                <a:ea typeface="Roboto Mono"/>
                <a:cs typeface="Roboto Mono"/>
                <a:sym typeface="Roboto Mono"/>
              </a:rPr>
              <a:t>https://github.com/nullpointexception-i/agent-sphere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63000" y="24765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130300" y="2616200"/>
            <a:ext cx="6604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AgentSphere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39116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6680200"/>
            <a:ext cx="1066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agent-sphere · github.com/nullpointexception-i/agent-sphere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074400" y="35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4A6"/>
                </a:solidFill>
                <a:latin typeface="Roboto Mono"/>
                <a:ea typeface="Roboto Mono"/>
                <a:cs typeface="Roboto Mono"/>
                <a:sym typeface="Roboto Mono"/>
              </a:rPr>
              <a:t>10 / 10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